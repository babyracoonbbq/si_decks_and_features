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trendforce.com/presscenter/news/20250513-12577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www.brewerscience.com/what-is-hybrid-bonding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www.amd.com/en/products/processors/desktops/ryzen/5000-series/amd-ryzen-7-5800x3d.html" TargetMode="External"/><Relationship Id="rId4" Type="http://schemas.openxmlformats.org/officeDocument/2006/relationships/hyperlink" Target="https://chipletsummit.com/proceeding_files/a0q5f000001WuE0/20230125_PLEN_Hackenberg.PDF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chipletsummit.com/proceeding_files/a0q5f000001WuE0/20230125_PLEN_Hackenberg.PDF" TargetMode="External"/><Relationship Id="rId4" Type="http://schemas.openxmlformats.org/officeDocument/2006/relationships/hyperlink" Target="https://www.amd.com/en/products/processors/desktops/ryzen/5000-series/amd-ryzen-7-5800x3d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cdn.mos.cms.futurecdn.net/ZHAZnom76RM8dURcUsCd65.jpg" TargetMode="External"/><Relationship Id="rId4" Type="http://schemas.openxmlformats.org/officeDocument/2006/relationships/hyperlink" Target="https://www.techinsights.com/sites/default/files/2022-11/Hybrid-Bonding-Webinar-2022.pdf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www.amd.com/en/products/processors/technologies/3d-v-cache.html" TargetMode="External"/><Relationship Id="rId4" Type="http://schemas.openxmlformats.org/officeDocument/2006/relationships/hyperlink" Target="https://www.techinsights.com/sites/default/files/2022-11/Hybrid-Bonding-Webinar-2022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ansyshelp.ansys.com/public/Views/Secured/corp/v251/en/wb_sim/ds_trace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https://ansyshelp.ansys.com/public/Views/Secured/corp/v251/en/wb_sim/ds_trace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www.cnblogs.com/ideepsim/p/23031096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s://www.cnblogs.com/ideepsim/p/23031096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imapsource.org/api/v1/articles/68237-warpage-simulation-study-by-trace-mapping-method-for-fccsp-with-ets-substrat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830579" y="5478780"/>
            <a:ext cx="3803213" cy="1447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61999" y="571499"/>
            <a:ext cx="4271247" cy="2057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33399" y="6438900"/>
            <a:ext cx="1648777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295048" y="6438900"/>
            <a:ext cx="2494001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33399" y="6438900"/>
            <a:ext cx="2450544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091933" y="6438900"/>
            <a:ext cx="1180623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33399" y="6438900"/>
            <a:ext cx="3463170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109441" y="6438900"/>
            <a:ext cx="2829758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33399" y="6438900"/>
            <a:ext cx="1764029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410301" y="6438900"/>
            <a:ext cx="2246709" cy="1447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99" y="6316980"/>
            <a:ext cx="3423522" cy="175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99" y="6316980"/>
            <a:ext cx="3682960" cy="175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99" y="6316980"/>
            <a:ext cx="3227307" cy="175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99" y="6316980"/>
            <a:ext cx="3133605" cy="175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09599" y="6316980"/>
            <a:ext cx="2521386" cy="175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